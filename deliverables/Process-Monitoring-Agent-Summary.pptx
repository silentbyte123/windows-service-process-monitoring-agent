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Windows Service &amp; Process Monitoring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Windows services/processes can be abused for persistence, escalation, stealth.</a:t>
            </a:r>
          </a:p>
          <a:p>
            <a:pPr>
              <a:defRPr sz="2000"/>
            </a:pPr>
            <a:r>
              <a:t>Need early detection of suspicious parent-child chains and rogue services.</a:t>
            </a:r>
          </a:p>
          <a:p>
            <a:pPr>
              <a:defRPr sz="2000"/>
            </a:pPr>
            <a:r>
              <a:t>Goal: lightweight blue-team monitoring agent for quick sweeps.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Monitor processes and parent-child behavior.</a:t>
            </a:r>
          </a:p>
          <a:p>
            <a:pPr>
              <a:defRPr sz="2000"/>
            </a:pPr>
            <a:r>
              <a:t>Audit startup/services for new or modified entries.</a:t>
            </a:r>
          </a:p>
          <a:p>
            <a:pPr>
              <a:defRPr sz="2000"/>
            </a:pPr>
            <a:r>
              <a:t>Detect unauthorized processes via whitelist/blacklist and path heuristics.</a:t>
            </a:r>
          </a:p>
          <a:p>
            <a:pPr>
              <a:defRPr sz="2000"/>
            </a:pPr>
            <a:r>
              <a:t>Alert and report on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Enumerate processes/services via psutil + WMI.</a:t>
            </a:r>
          </a:p>
          <a:p>
            <a:pPr>
              <a:defRPr sz="2000"/>
            </a:pPr>
            <a:r>
              <a:t>Build parent-child tree; apply SUSPICIOUS_PARENT_CHILD rules.</a:t>
            </a:r>
          </a:p>
          <a:p>
            <a:pPr>
              <a:defRPr sz="2000"/>
            </a:pPr>
            <a:r>
              <a:t>Unauthorized check: whitelist/blacklist + Temp/AppData/Public path flags.</a:t>
            </a:r>
          </a:p>
          <a:p>
            <a:pPr>
              <a:defRPr sz="2000"/>
            </a:pPr>
            <a:r>
              <a:t>Service drift vs baseline; optional baseline update.</a:t>
            </a:r>
          </a:p>
          <a:p>
            <a:pPr>
              <a:defRPr sz="2000"/>
            </a:pPr>
            <a:r>
              <a:t>Reporting: detections.log + JSON/TXT per sweep.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Parent-child rule matches (e.g., winword.exe -&gt; powershell.exe).</a:t>
            </a:r>
          </a:p>
          <a:p>
            <a:pPr>
              <a:defRPr sz="2000"/>
            </a:pPr>
            <a:r>
              <a:t>Path-based heuristics for user-writable locations.</a:t>
            </a:r>
          </a:p>
          <a:p>
            <a:pPr>
              <a:defRPr sz="2000"/>
            </a:pPr>
            <a:r>
              <a:t>Service anomaly flags for auto-start from unusual paths.</a:t>
            </a:r>
          </a:p>
          <a:p>
            <a:pPr>
              <a:defRPr sz="2000"/>
            </a:pPr>
            <a:r>
              <a:t>Baseline drift: new/changed services since trusted snapshot.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Python 3.9+, psutil, wmi/pywin32, colorama.</a:t>
            </a:r>
          </a:p>
          <a:p>
            <a:pPr>
              <a:defRPr sz="2000"/>
            </a:pPr>
            <a:r>
              <a:t>PowerShell entry points; JSON/TXT report outputs.</a:t>
            </a:r>
          </a:p>
          <a:p>
            <a:pPr>
              <a:defRPr sz="2000"/>
            </a:pPr>
            <a:r>
              <a:t>Config-driven rules in src/config.py; CLI flags for tuning.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from Latest Sweep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Tuned whitelist + updated baseline.</a:t>
            </a:r>
          </a:p>
          <a:p>
            <a:pPr>
              <a:defRPr sz="2000"/>
            </a:pPr>
            <a:r>
              <a:t>Example sweep: ~22s, Alerts: 0 after tuning.</a:t>
            </a:r>
          </a:p>
          <a:p>
            <a:pPr>
              <a:defRPr sz="2000"/>
            </a:pPr>
            <a:r>
              <a:t>Outputs: logs/detections.log; reports/report-YYYYMMDD-HHMMSS.*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Reduction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Added trusted apps/drivers to whitelist.</a:t>
            </a:r>
          </a:p>
          <a:p>
            <a:pPr>
              <a:defRPr sz="2000"/>
            </a:pPr>
            <a:r>
              <a:t>Updated service baseline to include per-user services.</a:t>
            </a:r>
          </a:p>
          <a:p>
            <a:pPr>
              <a:defRPr sz="2000"/>
            </a:pPr>
            <a:r>
              <a:t>User-writable path flagging configurable (remove code.exe to re-flag).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&amp;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Single sweep: python -m src.monitor --once --use-baseline --baseline-file state/service_baseline.json --whitelist whitelist.txt</a:t>
            </a:r>
          </a:p>
          <a:p>
            <a:pPr>
              <a:defRPr sz="2000"/>
            </a:pPr>
            <a:r>
              <a:t>Update baseline after trusted state: add --update-baseline</a:t>
            </a:r>
          </a:p>
          <a:p>
            <a:pPr>
              <a:defRPr sz="2000"/>
            </a:pPr>
            <a:r>
              <a:t>Continuous: add --interval 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Optionally keep code.exe un-whitelisted to retain high alerts for Downloads.</a:t>
            </a:r>
          </a:p>
          <a:p>
            <a:pPr>
              <a:defRPr sz="2000"/>
            </a:pPr>
            <a:r>
              <a:t>Add Authenticode signature checks or ETW for richer telemetry.</a:t>
            </a:r>
          </a:p>
          <a:p>
            <a:pPr>
              <a:defRPr sz="2000"/>
            </a:pPr>
            <a:r>
              <a:t>Export alerts to Event Log / SIEM; add YARA/IOC rules.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Code: src/*, requirements.txt</a:t>
            </a:r>
          </a:p>
          <a:p>
            <a:pPr>
              <a:defRPr sz="2000"/>
            </a:pPr>
            <a:r>
              <a:t>Config: whitelist.txt, state/service_baseline.json</a:t>
            </a:r>
          </a:p>
          <a:p>
            <a:pPr>
              <a:defRPr sz="2000"/>
            </a:pPr>
            <a:r>
              <a:t>Outputs: logs/detections.log, reports/</a:t>
            </a:r>
          </a:p>
          <a:p>
            <a:pPr>
              <a:defRPr sz="2000"/>
            </a:pPr>
            <a:r>
              <a:t>Docs: README.md, TECHNICAL_DOCUMENTATION.md</a:t>
            </a:r>
          </a:p>
          <a:p>
            <a:pPr>
              <a:defRPr sz="2000"/>
            </a:pPr>
            <a:r>
              <a:t>This summary deck (PPTX).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